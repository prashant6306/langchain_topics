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657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114800"/>
            <a:ext cx="1097280" cy="10972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74320"/>
            <a:ext cx="1828800" cy="1828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Loaders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LangChain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2788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B4D0"/>
                </a:solidFill>
              </a:rPr>
              <a:t>Complete Guide to Loading Data from Various Sources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5029200" cy="59436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429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RAG Components • Data Loading • Standardized Format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18288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COURSE OVERVIEW: WHAT WE'VE COVERED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LangChain Components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Models &amp; Prompts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Chains &amp; Runnables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Core Concepts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410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Hands-on Code Examples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16459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1627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Building Advanced Systems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22402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RAG-Based Applications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283464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Production Deployments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34290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410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Complete AI Pipelines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3840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572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Fundamentals Complete  •  ✓ Ready for RAG Applications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572000"/>
            <a:ext cx="3840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572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Four upcoming videos focus on RAG application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LIMITATIONS OF ChatGPT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Two main scenarios where ChatGPT cannot help: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Current Affairs / Recent Events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ChatGPT is trained on past (historical)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274320" cy="27432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 knowledge of today's or recent events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274320" cy="27432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Cannot answer questions about recent news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274320" cy="27432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39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Training cutoff limits current awareness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71600"/>
            <a:ext cx="3931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Personal / Proprietary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057400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Cannot access your personal emails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624328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 visibility into private documents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191256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Cannot read company documentation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758184"/>
            <a:ext cx="274320" cy="27432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3739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Has never seen your proprietary data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These gaps are exactly what RAG-based applications are designed to solve!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BENEFITS OF RAG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Up-to-Date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Access current data from any knowledge base without retraining the LLM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517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Enhanced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Privacy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Query private documents without uploading them to third-party AI services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463040"/>
            <a:ext cx="731520" cy="7315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Unlimited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Process documents of any size by chunking — no context window limits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FOUR ESSENTIAL RAG COMPONENTS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Today's focus: Document Loaders — Component #1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9903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0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Document Loaders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Load data from PDFs, text files, web pages, databases, and cloud 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435608"/>
            <a:ext cx="6400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4356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TODAY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1343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Text Splitters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5420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Break large documents into manageable, context-preserving chunks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278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9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Vector Databases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4564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Store and retrieve document embeddings for semantic similarity search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4223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Retrievers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3708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Find the most relevant context chunks to answer a user's query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- Part 1</dc:title>
  <dc:subject>PptxGenJS Presentation</dc:subject>
  <dc:creator>PptxGenJS</dc:creator>
  <cp:lastModifiedBy>PptxGenJS</cp:lastModifiedBy>
  <cp:revision>1</cp:revision>
  <dcterms:created xsi:type="dcterms:W3CDTF">2026-03-27T14:33:08Z</dcterms:created>
  <dcterms:modified xsi:type="dcterms:W3CDTF">2026-03-27T14:33:08Z</dcterms:modified>
</cp:coreProperties>
</file>