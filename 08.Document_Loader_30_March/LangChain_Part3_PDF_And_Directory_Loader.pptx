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 PDF LOADER (PyPDFLoader)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Extracts text from PDF files — processes each page as a separate Document object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393192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⭐  Key Feature: Page-by-Page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822960" cy="1097280"/>
          </a:xfrm>
          <a:prstGeom prst="rect">
            <a:avLst/>
          </a:prstGeom>
          <a:solidFill>
            <a:srgbClr val="EA580C">
              <a:alpha val="80000"/>
            </a:srgbClr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2024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25pp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11680" y="1920240"/>
            <a:ext cx="41148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92024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doc[0]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page 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87168" y="1920240"/>
            <a:ext cx="41148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92024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doc[1]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page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62656" y="1920240"/>
            <a:ext cx="41148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192024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...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...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38144" y="1920240"/>
            <a:ext cx="411480" cy="10972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38144" y="1920240"/>
            <a:ext cx="411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doc[24]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page 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30906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25 Document Objects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37160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371600"/>
            <a:ext cx="4206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When To Use PyPDF Loader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1901952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✓  Text-based PDFs (reports, papers)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386584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✓  Digital documents with searchable text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871216"/>
            <a:ext cx="3931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✓  Simple, straightforward PDF extraction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520440"/>
            <a:ext cx="8412480" cy="137160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478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Limitations — Use Alternative Loaders For: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950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Scanned image PDFs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Use UnstructuredPDFLoader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950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Complex tables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Use PDFPlumberLoader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950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✗ Layout preservation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→ Use PyMuPDFLoader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PDF LOADER — Code Implementation &amp; Output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93776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9377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3_pdf_loader.py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langchain_community.document_loaders 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PyPDFLoader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"Python_Training_Slides.pdf"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(docs))  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23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(docs[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].page_content)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(docs[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].metadata)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0" y="960120"/>
            <a:ext cx="3383280" cy="3931920"/>
          </a:xfrm>
          <a:prstGeom prst="rect">
            <a:avLst/>
          </a:prstGeom>
          <a:solidFill>
            <a:srgbClr val="0F23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960120"/>
            <a:ext cx="338328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9601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1371600"/>
            <a:ext cx="3154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len(docs)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docs[3].page_content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 variables are\ncontainers for storing..."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docs[3].metadata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'source':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'training.pdf',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'page':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'total_pages':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DIRECTORY LOADER — Load Multiple Files At Once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Use DirectoryLoader to batch-process all files in a folder with glob patterns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reference_books/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4688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ml_fundamentals.pdf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326 pages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24688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python_for_ml.pdf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392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246888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478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advanced_techniques.pdf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867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468 pages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5603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703320" y="1325880"/>
            <a:ext cx="2286000" cy="338328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1325880"/>
            <a:ext cx="22860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325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1920240"/>
            <a:ext cx="1554480" cy="15544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19202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1,186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069080" y="2834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Documents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ACCC"/>
                </a:solidFill>
              </a:rPr>
              <a:t>(326+392+468)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4096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ACCC"/>
                </a:solidFill>
              </a:rPr>
              <a:t>each page = 1 doc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1325880"/>
            <a:ext cx="2697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325880"/>
            <a:ext cx="2697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3258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Glob Patterns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874520"/>
            <a:ext cx="24231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*.pdf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1945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PDFs in root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606040"/>
            <a:ext cx="24231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633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**/*.txt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926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.txt in subfolders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337560"/>
            <a:ext cx="24231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364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data/*.csv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CSVs in data/ folder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4069080"/>
            <a:ext cx="24231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0965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**/*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4389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All files everywhere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DIRECTORY LOADER — Code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0292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4_pdf_loader_with_Directory_loader.py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langchain_community.document_loaders 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PyPDFLoader, DirectoryLoader
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DirectoryLoader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"reference_books/"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"*.pdf"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loader_cls</a:t>
            </a:r>
            <a:pPr indent="0" marL="0">
              <a:buNone/>
            </a:pPr>
            <a:r>
              <a:rPr lang="en-US" sz="11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
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all_docs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(f"Loaded {</a:t>
            </a:r>
            <a:pPr indent="0" marL="0"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(all_docs)} docs")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all_docs[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].metadata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page of book 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3291840" cy="1828800"/>
          </a:xfrm>
          <a:prstGeom prst="rect">
            <a:avLst/>
          </a:prstGeom>
          <a:solidFill>
            <a:srgbClr val="0F23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 doc metadata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0" y="13716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'source': 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'books/ml_fund...',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'page': </a:t>
            </a:r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2926080"/>
            <a:ext cx="3291840" cy="1965960"/>
          </a:xfrm>
          <a:prstGeom prst="rect">
            <a:avLst/>
          </a:prstGeom>
          <a:solidFill>
            <a:srgbClr val="0F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926080"/>
            <a:ext cx="3291840" cy="34747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Loaded: 1186 documents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333756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326 + 392 + 468 = </a:t>
            </a:r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1186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PDF page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one Document object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own page_content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EA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own metadata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load()  vs  lazy_load() — Memory Management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load()  —  Eager 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How it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 Loads ALL documents into memory at once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 Returns a complete Python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96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 Immediate access to any index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47472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17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</a:rPr>
              <a:t>📦  RAM: [doc1, doc2, ..., doc1186]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Best for: Small datasets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</a:rPr>
              <a:t>Drawback: High RAM, slow initial load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35661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loader.load()  →  list[Document]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2468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393192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96012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960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lazy_load()  —  Stream Loading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How it works: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 Loads ONE document at a 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 Returns a Python generator object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5968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•  Process then discard — memory efficient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3017520"/>
            <a:ext cx="347472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175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🔄  RAM: only 1 document at a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Best for: Large datasets, streaming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Benefit: Starts immediately, low memory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4343400"/>
            <a:ext cx="356616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doc in loader.lazy_load(): ...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Document Loaders - Part 3</dc:title>
  <dc:subject>PptxGenJS Presentation</dc:subject>
  <dc:creator>PptxGenJS</dc:creator>
  <cp:lastModifiedBy>PptxGenJS</cp:lastModifiedBy>
  <cp:revision>1</cp:revision>
  <dcterms:created xsi:type="dcterms:W3CDTF">2026-03-27T14:36:37Z</dcterms:created>
  <dcterms:modified xsi:type="dcterms:W3CDTF">2026-03-27T14:36:37Z</dcterms:modified>
</cp:coreProperties>
</file>