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3.  WEB-BASED LOADER (WebBaseLoader)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</a:rPr>
              <a:t>PART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89611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Extracts text from web pages using BeautifulSoup and Requests libraries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5029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502920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How It Works (4 Steps)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292608" cy="2926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562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865376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Makes HTTP request to URL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240280"/>
            <a:ext cx="292608" cy="2926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2219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231136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Parses HTML structure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606040"/>
            <a:ext cx="292608" cy="2926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5877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2596896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Removes HTML tags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2971800"/>
            <a:ext cx="292608" cy="2926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9535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2962656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Extracts visible text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577840" y="1325880"/>
            <a:ext cx="3291840" cy="146304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135331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 Best Use Cases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15000" y="1719072"/>
            <a:ext cx="3017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 Blog posts and articles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15000" y="1975104"/>
            <a:ext cx="3017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 News websites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15000" y="2231136"/>
            <a:ext cx="3017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 Static public websites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15000" y="2487168"/>
            <a:ext cx="3017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 Documentation pages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577840" y="2880360"/>
            <a:ext cx="3291840" cy="777240"/>
          </a:xfrm>
          <a:prstGeom prst="rect">
            <a:avLst/>
          </a:prstGeom>
          <a:solidFill>
            <a:srgbClr val="FFF1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0" y="29077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✗ Limitations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715000" y="320040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</a:rPr>
              <a:t>✗  JavaScript-heavy pages   ✗  Dynamic content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577840" y="3749040"/>
            <a:ext cx="3291840" cy="594360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0" y="374904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💡 Use SeleniumURLLoader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    for dynamic JS pages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657600"/>
            <a:ext cx="50292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6850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💡 Project Idea: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400507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ACCC"/>
                </a:solidFill>
              </a:rPr>
              <a:t>Build a Chrome plugin to chat with any webpage using WebBaseLoader!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WEB LOADER — Single URL &amp; Multiple URLs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5_Web-Based_Loader.py  —  Single URL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353312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langchain_community.document_loaders </a:t>
            </a:r>
            <a:pPr indent="0" marL="0">
              <a:buNone/>
            </a:pPr>
            <a:r>
              <a:rPr lang="en-US" sz="11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WebBaseLoader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</a:t>
            </a:r>
            <a:pPr indent="0" marL="0">
              <a:buNone/>
            </a:pPr>
            <a:r>
              <a:rPr lang="en-US" sz="11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"https://en.wikipedia.org/wiki/International_cricket_in_2026"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loader</a:t>
            </a:r>
            <a:pPr indent="0" marL="0">
              <a:buNone/>
            </a:pPr>
            <a:r>
              <a:rPr lang="en-US" sz="11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WebBaseLoader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(web_path=url)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documents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loader.</a:t>
            </a:r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returns list with 1 Document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788920"/>
            <a:ext cx="8412480" cy="2057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788920"/>
            <a:ext cx="8412480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7889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6_Web-Based_Loader_with_multiple_url.py  —  Multiple URLs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182112"/>
            <a:ext cx="80467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urls</a:t>
            </a:r>
            <a:pPr indent="0" marL="0">
              <a:buNone/>
            </a:pPr>
            <a:r>
              <a:rPr lang="en-US" sz="11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"https://en.wikipedia.org/wiki/Cricket",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"https://en.wikipedia.org/wiki/One_Day_International",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"https://en.wikipedia.org/wiki/Cricket_World_Cup"
]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loader</a:t>
            </a:r>
            <a:pPr indent="0" marL="0">
              <a:buNone/>
            </a:pPr>
            <a:r>
              <a:rPr lang="en-US" sz="11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WebBaseLoader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(web_path=urls)  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pass a list!</a:t>
            </a:r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loader.</a:t>
            </a:r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 Documents (one per URL)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WEB LOADER + ChatOpenAI — Q&amp;A over Web Content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1325880" cy="731520"/>
          </a:xfrm>
          <a:prstGeom prst="rect">
            <a:avLst/>
          </a:prstGeom>
          <a:solidFill>
            <a:srgbClr val="059669">
              <a:alpha val="85000"/>
            </a:srgbClr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87552"/>
            <a:ext cx="1325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URL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54480" y="109728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→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91640" y="960120"/>
            <a:ext cx="1325880" cy="731520"/>
          </a:xfrm>
          <a:prstGeom prst="rect">
            <a:avLst/>
          </a:prstGeom>
          <a:solidFill>
            <a:srgbClr val="2563EB">
              <a:alpha val="85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91640" y="987552"/>
            <a:ext cx="1325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WebBaseLoader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17520" y="109728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54680" y="960120"/>
            <a:ext cx="1325880" cy="731520"/>
          </a:xfrm>
          <a:prstGeom prst="rect">
            <a:avLst/>
          </a:prstGeom>
          <a:solidFill>
            <a:srgbClr val="0D9488">
              <a:alpha val="85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987552"/>
            <a:ext cx="1325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Document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80560" y="109728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7720" y="960120"/>
            <a:ext cx="1325880" cy="731520"/>
          </a:xfrm>
          <a:prstGeom prst="rect">
            <a:avLst/>
          </a:prstGeom>
          <a:solidFill>
            <a:srgbClr val="7C3AED">
              <a:alpha val="85000"/>
            </a:srgbClr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987552"/>
            <a:ext cx="1325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✏️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PromptTemplate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0" y="109728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960120"/>
            <a:ext cx="1325880" cy="731520"/>
          </a:xfrm>
          <a:prstGeom prst="rect">
            <a:avLst/>
          </a:prstGeom>
          <a:solidFill>
            <a:srgbClr val="F59E0B">
              <a:alpha val="85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987552"/>
            <a:ext cx="1325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🤖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ChatOpenAI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06640" y="109728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43800" y="960120"/>
            <a:ext cx="1325880" cy="731520"/>
          </a:xfrm>
          <a:prstGeom prst="rect">
            <a:avLst/>
          </a:prstGeom>
          <a:solidFill>
            <a:srgbClr val="10B981">
              <a:alpha val="85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43800" y="987552"/>
            <a:ext cx="1325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💬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Answer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1874520"/>
            <a:ext cx="8412480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1874520"/>
            <a:ext cx="8412480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18745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7_Web-Based_Loader_with_ChatOpenAI.py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2286000"/>
            <a:ext cx="8046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ChatOpenAI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</a:t>
            </a:r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"https://inshorts.com/en/news/hardik..."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PromptTemplate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template=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"Answer {question} from {text}"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input_variables=</a:t>
            </a:r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["question", "text"]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loader</a:t>
            </a:r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WebBaseLoader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(web_path=url)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documents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loader.</a:t>
            </a:r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</a:t>
            </a:r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prompt | model | </a:t>
            </a:r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StrOutputParser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chain.</a:t>
            </a:r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({"question": "Who holds 2nd-longest ICC streak?", "text": documents})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4.  CSV LOADER (CSVLoader)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869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Loads CSV files — converts each row into a separate Document object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16736"/>
            <a:ext cx="3931920" cy="731520"/>
          </a:xfrm>
          <a:prstGeom prst="rect">
            <a:avLst/>
          </a:prstGeom>
          <a:solidFill>
            <a:srgbClr val="FFF7ED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08176"/>
            <a:ext cx="548640" cy="5486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898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3533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Row-by-row processing: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16733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400 rows  →  400 Document objects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176272"/>
            <a:ext cx="84124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176272"/>
            <a:ext cx="841248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7627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UserID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57400" y="217627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Gender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217627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51960" y="21762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EstimatedSalary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217627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Purchased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596896"/>
            <a:ext cx="8412480" cy="347472"/>
          </a:xfrm>
          <a:prstGeom prst="rect">
            <a:avLst/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59689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15624510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57400" y="259689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259689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51960" y="259689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19,000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259689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2944368"/>
            <a:ext cx="8412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94436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15810944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057400" y="294436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37560" y="294436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51960" y="29443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20,000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294436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291840"/>
            <a:ext cx="8412480" cy="347472"/>
          </a:xfrm>
          <a:prstGeom prst="rect">
            <a:avLst/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2918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15668575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057400" y="32918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Female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37560" y="32918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251960" y="32918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43,000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63640" y="32918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3639312"/>
            <a:ext cx="8412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63931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15773798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057400" y="363931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Female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337560" y="363931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251960" y="36393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57,000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63640" y="363931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2920" y="40050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400 rows total  (Student_Placement_Skills_2025.csv)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0" y="1316736"/>
            <a:ext cx="4206240" cy="731520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1316736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Each row → 1 Document with all column:value pairs as page_content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CSV LOADER — Code &amp; Document Output Structure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57200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572000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8_csv_loader.py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42062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langchain_community.document_loaders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CSVLoader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loader</a:t>
            </a:r>
            <a:pPr indent="0" marL="0">
              <a:buNone/>
            </a:pPr>
            <a:r>
              <a:rPr lang="en-US" sz="11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CSVLoader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file_path</a:t>
            </a:r>
            <a:pPr indent="0" marL="0">
              <a:buNone/>
            </a:pPr>
            <a:r>
              <a:rPr lang="en-US" sz="11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"Student_Placement_Skills_2025.csv"
)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loader.</a:t>
            </a:r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(docs))  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400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(docs[</a:t>
            </a:r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120640" y="960120"/>
            <a:ext cx="3749040" cy="3931920"/>
          </a:xfrm>
          <a:prstGeom prst="rect">
            <a:avLst/>
          </a:prstGeom>
          <a:solidFill>
            <a:srgbClr val="0F2340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960120"/>
            <a:ext cx="3749040" cy="347472"/>
          </a:xfrm>
          <a:prstGeom prst="rect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9601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docs[1] output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257800" y="1371600"/>
            <a:ext cx="34747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A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page_content: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"UserID: 15810944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Gender: Male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Age: 35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EstimatedSalary: 20000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Purchased: 0"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EA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EA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'source': 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'Student_...csv',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EA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'row': </a:t>
            </a:r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LangChain Document Loaders - Part 4</dc:title>
  <dc:subject>PptxGenJS Presentation</dc:subject>
  <dc:creator>PptxGenJS</dc:creator>
  <cp:lastModifiedBy>PptxGenJS</cp:lastModifiedBy>
  <cp:revision>1</cp:revision>
  <dcterms:created xsi:type="dcterms:W3CDTF">2026-03-27T14:38:11Z</dcterms:created>
  <dcterms:modified xsi:type="dcterms:W3CDTF">2026-03-27T14:38:11Z</dcterms:modified>
</cp:coreProperties>
</file>