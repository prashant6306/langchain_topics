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100+ DOCUMENT LOADERS: Organized by Category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PART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260604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Web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WebBaseLoader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87552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87552"/>
            <a:ext cx="260604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875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PDFs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Unstructured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PDFPlumber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PyMuPDF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987552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87552"/>
            <a:ext cx="26060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9875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Cloud Storage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463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Blob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Drive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Dropbox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2606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 Messaging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26080"/>
            <a:ext cx="2606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Productivity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Trello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926080"/>
            <a:ext cx="26060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File Types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Markdown, HTML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</a:rPr>
              <a:t>📚  Full docs: python.langchain.com/docs/how_to/document_loaders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BEYOND PyPDF — Specialized PDF Loaders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Choose the right PDF loader based on your document type: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45920"/>
            <a:ext cx="548640" cy="548640"/>
          </a:xfrm>
          <a:prstGeom prst="ellipse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 for: Simple text-based PDFs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1214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Reports, papers, documentation with searchable 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41605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1444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PDFPlumberLoader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 for: Tables &amp; structured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Financial reports, spreadsheet-like PDFs with complex tables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41605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310128"/>
            <a:ext cx="548640" cy="548640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UnstructuredPDFLoader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493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 for: Scanned images / OCR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78561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Printed documents, scanned PDFs, image-based content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035808"/>
            <a:ext cx="41605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3310128"/>
            <a:ext cx="548640" cy="548640"/>
          </a:xfrm>
          <a:prstGeom prst="ellipse">
            <a:avLst/>
          </a:prstGeom>
          <a:solidFill>
            <a:srgbClr val="EA580C">
              <a:alpha val="9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PyMuPDFLoader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493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 for: Layout &amp; structure preservation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78561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Documents where position, fonts, and structure matter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💡 Tip: Start with PyPDFLoader, switch to a specialized loader only if you encounter issues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CREATING CUSTOM DOCUMENT LOADERS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When to Build Your Own:  No existing loader fits your unique data source or format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286000" cy="685800"/>
          </a:xfrm>
          <a:prstGeom prst="rect">
            <a:avLst/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</a:rPr>
              <a:t>BaseLoader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DD3FC"/>
                </a:solidFill>
              </a:rPr>
              <a:t>(langchain_core)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ACCC"/>
                </a:solidFill>
              </a:rPr>
              <a:t>inherits 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2286000" cy="685800"/>
          </a:xfrm>
          <a:prstGeom prst="rect">
            <a:avLst/>
          </a:prstGeom>
          <a:solidFill>
            <a:srgbClr val="2D1B6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97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B4FE"/>
                </a:solidFill>
              </a:rPr>
              <a:t>CustomLoader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8B4FE"/>
                </a:solidFill>
              </a:rPr>
              <a:t>(your class)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ACCC"/>
                </a:solidFill>
              </a:rPr>
              <a:t>must implement 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2286000" cy="68580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94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list[Document]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1600200"/>
            <a:ext cx="59436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1600200"/>
            <a:ext cx="59436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6002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custom_loader.py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1993392"/>
            <a:ext cx="5669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langchain_core.document_loaders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BaseLoader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langchain_core.documents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CustomLoader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BaseLoader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file_path: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self.file_path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._read_file()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page_content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=data,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metadata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={"source":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.file_path}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ACCC"/>
                </a:solidFill>
              </a:rPr>
              <a:t>All 100+ community loaders were built this exact way and contributed back to the ecosystem!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BEST PRACTICES &amp; COMMON PITFALLS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Best Practices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0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Learn on a project-by-project basis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— don't memorize all 100+ loaders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3055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12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1122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Start simple (Text/PDF) before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moving to complex loaders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34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734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Use lazy_load() for large datasets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to avoid memory issues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3558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Check metadata to verify correct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file/page was loaded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Refer to documentation when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you need a specific loader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60120"/>
            <a:ext cx="411480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Common Pitfalls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28032" y="1508760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490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9512" y="149047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Using PyPDF on scanned image PDFs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→ Use UnstructuredPDFLoader instead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2286000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267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9512" y="22677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Forgetting encoding parameter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for text files with special chars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28032" y="3063240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30449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Not using lazy_load() for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very large document sets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28032" y="3840480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9512" y="382219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Missing .env file / API keys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for LLM-integrated pipelines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SUMMARY: Document Loaders in LangChain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BFE"/>
                </a:solidFill>
              </a:rPr>
              <a:t>Ready to build powerful RAG applications! 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931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What You've Learned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508760"/>
            <a:ext cx="292608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90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4904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RAG concept &amp; its 4 components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1911096"/>
            <a:ext cx="292608" cy="292608"/>
          </a:xfrm>
          <a:prstGeom prst="rect">
            <a:avLst/>
          </a:prstGeom>
          <a:solidFill>
            <a:srgbClr val="7DD3FC">
              <a:alpha val="80000"/>
            </a:srgbClr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92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1892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Document object: page_content + metadata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2313432"/>
            <a:ext cx="292608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22951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Text Loader for .txt files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" y="2715768"/>
            <a:ext cx="292608" cy="292608"/>
          </a:xfrm>
          <a:prstGeom prst="rect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PDF Loader with page-by-page processing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" y="3118104"/>
            <a:ext cx="292608" cy="2926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99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30998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DirectoryLoader for batch file loading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0352" y="3520440"/>
            <a:ext cx="292608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502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3502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WebBaseLoader for web content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0352" y="3922776"/>
            <a:ext cx="292608" cy="29260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04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3904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CSVLoader — one row per Document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0352" y="4325112"/>
            <a:ext cx="292608" cy="292608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306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43068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load() vs lazy_load() memory trade-off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1005840"/>
            <a:ext cx="4114800" cy="3931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→ Next Steps in RAG Pipeline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28032" y="1508760"/>
            <a:ext cx="3749040" cy="713232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1636776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15636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Document Loaders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1892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DONE TODAY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28032" y="2359152"/>
            <a:ext cx="374904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248716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24140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Text Splitters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32120" y="27432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</a:rPr>
              <a:t>Break docs into chunks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28032" y="3209544"/>
            <a:ext cx="374904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3337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32120" y="3264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Vector Databases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532120" y="3593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</a:rPr>
              <a:t>Store &amp; retrieve embeddings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28032" y="4059936"/>
            <a:ext cx="374904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760" y="418795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3212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Retrievers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532120" y="44439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</a:rPr>
              <a:t>Find relevant context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28032" y="4636008"/>
            <a:ext cx="37490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46360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ACCC"/>
                </a:solidFill>
              </a:rPr>
              <a:t>📚 python.langchain.com/docs/how_to/document_loaders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Document Loaders - Part 5</dc:title>
  <dc:subject>PptxGenJS Presentation</dc:subject>
  <dc:creator>PptxGenJS</dc:creator>
  <cp:lastModifiedBy>PptxGenJS</cp:lastModifiedBy>
  <cp:revision>1</cp:revision>
  <dcterms:created xsi:type="dcterms:W3CDTF">2026-03-27T14:39:46Z</dcterms:created>
  <dcterms:modified xsi:type="dcterms:W3CDTF">2026-03-27T14:39:46Z</dcterms:modified>
</cp:coreProperties>
</file>